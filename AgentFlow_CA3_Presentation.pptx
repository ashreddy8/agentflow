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a1842cb28a19f61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ha1842cb28a19f6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ha1842cb28a19f61_1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ha1842cb28a19f61_1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a1842cb28a19f61_1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ha1842cb28a19f61_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ha1842cb28a19f61_1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ha1842cb28a19f61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ha1842cb28a19f61_1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ha1842cb28a19f61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AgentFlow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Multi-Agent AI System for Automated Customer Support Ticket Management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01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868680" y="2331720"/>
            <a:ext cx="10332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168295"/>
                </a:solidFill>
                <a:latin typeface="Arial"/>
                <a:ea typeface="Arial"/>
                <a:cs typeface="Arial"/>
                <a:sym typeface="Arial"/>
              </a:rPr>
              <a:t>Agentic AI Proof of Concept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68680" y="3657600"/>
            <a:ext cx="104241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Ashrith Reddy Kota |  AIML A  |  PRN 24070126040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Symbiosis Institute of Technology, Pune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Problem &amp; Domain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Customer Support • Business Automation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868680" y="1874519"/>
            <a:ext cx="103327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Tickets require repeated reading, categorization and urgency evaluation.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Manual knowledge lookup and drafting add effort and inconsistency.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Important incidents, such as suspected fraud, need timely escalation.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Goal: standardize triage and draft generation with transparent, human-reviewed decisions.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Proposed Solution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Offline, rule-based mock-agent workflow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868680" y="1874519"/>
            <a:ext cx="103327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Streamlit form supports individual tickets and synthetic CSV batches.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Six agents coordinate sequentially, sharing structured outputs.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Rule evidence, knowledge IDs and critic flags make decisions inspectable.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Drafts are never sent automatically; risky cases are escalated.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Six Specialized Agents</a:t>
            </a: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Task decomposition and responsibilities</a:t>
            </a: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868680" y="1874519"/>
            <a:ext cx="103327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Planner — creates workflow plan.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Classification — predicts issue category using match scores.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Priority — identifies critical fraud/security and high urgency.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Research — retrieves approved example guidance from local KB.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Resolution — drafts response and assigns support team.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Critic — validates and routes for human review.</a:t>
            </a:r>
            <a:endParaRPr/>
          </a:p>
        </p:txBody>
      </p:sp>
      <p:sp>
        <p:nvSpPr>
          <p:cNvPr id="116" name="Google Shape;116;p16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Architecture &amp; Data Flow</a:t>
            </a:r>
            <a:endParaRPr/>
          </a:p>
        </p:txBody>
      </p:sp>
      <p:sp>
        <p:nvSpPr>
          <p:cNvPr id="123" name="Google Shape;123;p17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Each stage receives outputs from the previous stage</a:t>
            </a:r>
            <a:endParaRPr/>
          </a:p>
        </p:txBody>
      </p:sp>
      <p:sp>
        <p:nvSpPr>
          <p:cNvPr id="124" name="Google Shape;124;p17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05</a:t>
            </a:r>
            <a:endParaRPr/>
          </a:p>
        </p:txBody>
      </p:sp>
      <p:pic>
        <p:nvPicPr>
          <p:cNvPr descr="architecture.png" id="125" name="Google Shape;1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508760"/>
            <a:ext cx="11018520" cy="418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8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Decision Logic</a:t>
            </a:r>
            <a:endParaRPr/>
          </a:p>
        </p:txBody>
      </p:sp>
      <p:sp>
        <p:nvSpPr>
          <p:cNvPr id="132" name="Google Shape;132;p18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Why this is more than a chatbot</a:t>
            </a:r>
            <a:endParaRPr/>
          </a:p>
        </p:txBody>
      </p:sp>
      <p:sp>
        <p:nvSpPr>
          <p:cNvPr id="133" name="Google Shape;133;p18"/>
          <p:cNvSpPr txBox="1"/>
          <p:nvPr/>
        </p:nvSpPr>
        <p:spPr>
          <a:xfrm>
            <a:off x="868680" y="1874519"/>
            <a:ext cx="103327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A structured orchestrator executes specialized agent tasks.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Conditional branching: critical/high risk, low confidence or weak details → Human Review.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Other cases → Draft Ready (still not automatically sent).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JSON decision trace preserves steps, evidence, KB lookup and validation.</a:t>
            </a:r>
            <a:endParaRPr/>
          </a:p>
        </p:txBody>
      </p:sp>
      <p:sp>
        <p:nvSpPr>
          <p:cNvPr id="134" name="Google Shape;134;p18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Technology &amp; Repo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Python • Streamlit • Pandas • pytest</a:t>
            </a:r>
            <a:endParaRPr/>
          </a:p>
        </p:txBody>
      </p:sp>
      <p:sp>
        <p:nvSpPr>
          <p:cNvPr id="142" name="Google Shape;142;p19"/>
          <p:cNvSpPr txBox="1"/>
          <p:nvPr/>
        </p:nvSpPr>
        <p:spPr>
          <a:xfrm>
            <a:off x="868680" y="1874519"/>
            <a:ext cx="103327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app.py — UI, batch processing and dashboard.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agentflow/core.py — agent implementations and orchestration.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data/sample_tickets.csv — 10 entirely fictional complaints.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tests/test_core.py — six unit tests.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No paid APIs, external LLMs or credentials required.</a:t>
            </a:r>
            <a:endParaRPr/>
          </a:p>
        </p:txBody>
      </p:sp>
      <p:sp>
        <p:nvSpPr>
          <p:cNvPr id="143" name="Google Shape;143;p19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07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Live Demo Script</a:t>
            </a:r>
            <a:endParaRPr/>
          </a:p>
        </p:txBody>
      </p:sp>
      <p:sp>
        <p:nvSpPr>
          <p:cNvPr id="150" name="Google Shape;150;p20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2 cases + batch dashboard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868680" y="1874519"/>
            <a:ext cx="103327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Case 1: TKT-1006 (unauthorized transaction) → Critical → Human Review.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Case 2: TKT-1003 (late delivery) → Delivery &amp; Shipping → Draft Ready.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Open each agent section and show matched evidence, KB article and safe draft.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Process 10 synthetic rows, inspect metrics, export results CSV and JSON trace.</a:t>
            </a:r>
            <a:endParaRPr/>
          </a:p>
        </p:txBody>
      </p:sp>
      <p:sp>
        <p:nvSpPr>
          <p:cNvPr id="152" name="Google Shape;152;p20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08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Validation &amp; Results</a:t>
            </a:r>
            <a:endParaRPr/>
          </a:p>
        </p:txBody>
      </p:sp>
      <p:sp>
        <p:nvSpPr>
          <p:cNvPr id="159" name="Google Shape;159;p21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Observed locally on synthetic demonstration inputs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868680" y="1874519"/>
            <a:ext cx="103327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Tickets processed: 10; route counts: {'Human Review': 6, 'Draft Ready': 4}.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Category distribution: {'Billing &amp; Refund': 4, 'Account &amp; Login': 1, 'Delivery &amp; Shipping': 2, 'Product &amp; Returns': 1, 'General Inquiry': 2}.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Priority distribution: {'High': 2, 'Medium': 6, 'Critical': 1, 'Low': 1}.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Six unit tests passed; no automatic external reply is possible.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No real-world speed, quality or business impact claims are made.</a:t>
            </a:r>
            <a:endParaRPr/>
          </a:p>
        </p:txBody>
      </p:sp>
      <p:sp>
        <p:nvSpPr>
          <p:cNvPr id="161" name="Google Shape;161;p21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09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2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Limitations and Future Scope</a:t>
            </a:r>
            <a:endParaRPr/>
          </a:p>
        </p:txBody>
      </p:sp>
      <p:sp>
        <p:nvSpPr>
          <p:cNvPr id="168" name="Google Shape;168;p22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What an actual deployment would require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68680" y="1874519"/>
            <a:ext cx="103327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Rule heuristics can misclassify complex, overlapping or multilingual tickets.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Confidence is not a learned or statistically calibrated probability.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No persistent storage, helpdesk integration, authentication or live policy data.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Future: local LLMs, versioned RAG, evaluated datasets and secure human-approval integrations.</a:t>
            </a:r>
            <a:endParaRPr/>
          </a:p>
        </p:txBody>
      </p:sp>
      <p:sp>
        <p:nvSpPr>
          <p:cNvPr id="170" name="Google Shape;170;p22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23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7825"/>
            <a:ext cx="12191677" cy="6766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24" title="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7950"/>
            <a:ext cx="12191676" cy="6780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5" title="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52400"/>
            <a:ext cx="12191673" cy="670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6" title="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3450"/>
            <a:ext cx="12191677" cy="6764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7" title="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9002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9FD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829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8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202" name="Google Shape;202;p28"/>
          <p:cNvSpPr txBox="1"/>
          <p:nvPr/>
        </p:nvSpPr>
        <p:spPr>
          <a:xfrm>
            <a:off x="685800" y="1115568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An explainable agentic workflow, not just a chatbot</a:t>
            </a:r>
            <a:endParaRPr/>
          </a:p>
        </p:txBody>
      </p:sp>
      <p:sp>
        <p:nvSpPr>
          <p:cNvPr id="203" name="Google Shape;203;p28"/>
          <p:cNvSpPr txBox="1"/>
          <p:nvPr/>
        </p:nvSpPr>
        <p:spPr>
          <a:xfrm>
            <a:off x="868680" y="1874519"/>
            <a:ext cx="103327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Six cooperating roles cover planning, decision-making, tool use and validation.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Critical cases receive an explicit human-review gate.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Ready to demonstrate locally with synthetic inputs and testable code.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22848"/>
                </a:solidFill>
                <a:latin typeface="Arial"/>
                <a:ea typeface="Arial"/>
                <a:cs typeface="Arial"/>
                <a:sym typeface="Arial"/>
              </a:rPr>
              <a:t>• Next step: evaluate quality and integrate with real services only after controls are added.</a:t>
            </a:r>
            <a:endParaRPr/>
          </a:p>
        </p:txBody>
      </p:sp>
      <p:sp>
        <p:nvSpPr>
          <p:cNvPr id="204" name="Google Shape;204;p28"/>
          <p:cNvSpPr txBox="1"/>
          <p:nvPr/>
        </p:nvSpPr>
        <p:spPr>
          <a:xfrm>
            <a:off x="713232" y="6528816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36479"/>
                </a:solidFill>
                <a:latin typeface="Arial"/>
                <a:ea typeface="Arial"/>
                <a:cs typeface="Arial"/>
                <a:sym typeface="Arial"/>
              </a:rPr>
              <a:t>AGENTFLOW  •  CA-3  |  11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