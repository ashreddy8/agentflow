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AgentFlow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Multi-Agent AI System for Automated Customer Support Ticket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68295"/>
                </a:solidFill>
                <a:latin typeface="Aptos"/>
              </a:defRPr>
            </a:pPr>
            <a:r>
              <a:t>Agentic AI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536479"/>
                </a:solidFill>
                <a:latin typeface="Aptos"/>
              </a:defRPr>
            </a:pPr>
            <a:r>
              <a:t>Ashrith Reddy  |  AIML A  |  PRN 24070126040</a:t>
            </a:r>
          </a:p>
          <a:p>
            <a:pPr>
              <a:spcAft>
                <a:spcPts val="1200"/>
              </a:spcAft>
              <a:defRPr sz="1900" b="0">
                <a:solidFill>
                  <a:srgbClr val="536479"/>
                </a:solidFill>
                <a:latin typeface="Aptos"/>
              </a:defRPr>
            </a:pPr>
            <a:r>
              <a:t>Symbiosis Institute of Technology,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Problem &amp;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Customer Support • Business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Tickets require repeated reading, categorization and urgency evaluation.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Manual knowledge lookup and drafting add effort and inconsistency.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Important incidents, such as suspected fraud, need timely escalation.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Goal: standardize triage and draft generation with transparent, human-reviewed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Offline, rule-based mock-agent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Streamlit form supports individual tickets and synthetic CSV batches.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Six agents coordinate sequentially, sharing structured outputs.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Rule evidence, knowledge IDs and critic flags make decisions inspectable.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Drafts are never sent automatically; risky cases are escalated.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Six Specialized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Task decomposition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Planner — creates workflow plan.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Classification — predicts issue category using match scores.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Priority — identifies critical fraud/security and high urgency.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Research — retrieves approved example guidance from local KB.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Resolution — drafts response and assigns support team.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Critic — validates and routes for human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Each stage receives outputs from the previous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05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1018520" cy="418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Why this is more than a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A structured orchestrator executes specialized agent tasks.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Conditional branching: critical/high risk, low confidence or weak details → Human Review.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Other cases → Draft Ready (still not automatically sent).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JSON decision trace preserves steps, evidence, KB lookup and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Technology &amp;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Python • Streamlit • Pandas •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app.py — UI, batch processing and dashboard.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agentflow/core.py — agent implementations and orchestration.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data/sample_tickets.csv — 10 entirely fictional complaints.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tests/test_core.py — six unit tests.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No paid APIs, external LLMs or credentials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Live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2 cases + batch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Case 1: TKT-1006 (unauthorized transaction) → Critical → Human Review.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Case 2: TKT-1003 (late delivery) → Delivery &amp; Shipping → Draft Ready.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Open each agent section and show matched evidence, KB article and safe draft.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Process 10 synthetic rows, inspect metrics, export results CSV and JSON trace.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Validation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Observed locally on synthetic demonstration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Tickets processed: 10; route counts: {'Human Review': 6, 'Draft Ready': 4}.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Category distribution: {'Billing &amp; Refund': 4, 'Account &amp; Login': 1, 'Delivery &amp; Shipping': 2, 'Product &amp; Returns': 1, 'General Inquiry': 2}.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Priority distribution: {'High': 2, 'Medium': 6, 'Critical': 1, 'Low': 1}.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Six unit tests passed; no automatic external reply is possible.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No real-world speed, quality or business impact claims are made.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What an actual deployment would require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Rule heuristics can misclassify complex, overlapping or multilingual tickets.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Confidence is not a learned or statistically calibrated probability.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No persistent storage, helpdesk integration, authentication or live policy data.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Future: local LLMs, versioned RAG, evaluated datasets and secure human-approval integrations.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2284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36479"/>
                </a:solidFill>
                <a:latin typeface="Aptos"/>
              </a:defRPr>
            </a:pPr>
            <a:r>
              <a:t>An explainable agentic workflow, not just a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Six cooperating roles cover planning, decision-making, tool use and validation.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Critical cases receive an explicit human-review gate.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Ready to demonstrate locally with synthetic inputs and testable code.</a:t>
            </a:r>
          </a:p>
          <a:p>
            <a:pPr>
              <a:spcAft>
                <a:spcPts val="1200"/>
              </a:spcAft>
              <a:defRPr sz="2100" b="0">
                <a:solidFill>
                  <a:srgbClr val="122848"/>
                </a:solidFill>
                <a:latin typeface="Aptos"/>
              </a:defRPr>
            </a:pPr>
            <a:r>
              <a:t>• Next step: evaluate quality and integrate with real services only after controls are added.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2881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36479"/>
                </a:solidFill>
                <a:latin typeface="Aptos"/>
              </a:defRPr>
            </a:pPr>
            <a:r>
              <a:t>AGENTFLOW  •  CA-3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